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Bitcoin Price
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97763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ML Semester Project  ·  Mid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Esha Saeed  ·  Khadija Masood  ·  Muzammil Mahmood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834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CS373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3337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Information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7947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Can machine learning predict whether
Bitcoin's price will rise or fall tomorrow?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21208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Why it's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Price is non-stationary — mean and variance drift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Volatile and non-linear — no simple formula explains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No single indicator predicts it reliably on its 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21208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Our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4,499 days of BTC/USD data  (2014 –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0175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10 engineered technical indicators as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7033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5 ML models benchmarked against a persistence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82880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Raw CSV
7.5M rows
1-min bars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18745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371600"/>
            <a:ext cx="18288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50876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Daily
Aggregation
4,499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18745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184" y="1371600"/>
            <a:ext cx="18288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150876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ADF
Stationarity
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8745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371600"/>
            <a:ext cx="18288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8896" y="150876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Log-
Differencing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18745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53728" y="1371600"/>
            <a:ext cx="182880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150876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
Matrix
4,485 ×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11064240" cy="1143000"/>
          </a:xfrm>
          <a:prstGeom prst="rect">
            <a:avLst/>
          </a:prstGeom>
          <a:solidFill>
            <a:srgbClr val="E8ECF4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</a:rPr>
              <a:t>ADF test confirmed raw prices are non-stationary (p = 0.78).
Log returns are stationary (p ≈ 0) — used as the model target across all models.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Data trimmed to most recent 4,500 days — early illiquid BTC era excluded to improve signal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What We Feed the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2120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10 Input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Close,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raw market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EMA-9,  EMA-21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4871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short &amp; long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455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MACD, 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1455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momentum divergence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RSI-14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8039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overbought / oversold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Momentum,  PROC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462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price rate of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Stochastic %K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120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position in recent 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52120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Regression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Next-day log return  (continuous)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log(Closeₜ₊₁) − log(Closeₜ)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611880"/>
            <a:ext cx="52120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Classification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Direction:  UP (1)  or  DOWN (0)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52.1% up-days  —  nearly balanced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All indicators are backward-looking only.  Train/test split is time-ordered (80/20).  No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Validation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80 / 20 Temporal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Train:  Jan 2014 – Nov 2023   (3,588 days)
Test:    Nov 2023 – May 2026   (897 days)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10642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00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No Shuffling — 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Shuffling mixes future data into training.
All splits strictly respect time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5-Fold TimeSeriesSplit  (hyperparameter tuning)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Each fold trains on the past and validates on the immediate future.
Standard K-Fold CV causes look-ahead bias on time series — not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Regression Results  —  Predicting Next-Day Return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429768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21031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2984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188720"/>
            <a:ext cx="16459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984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88720"/>
            <a:ext cx="25603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2984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vs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4708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Persistence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737360"/>
            <a:ext cx="2103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4708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0.0363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73736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847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0.0266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7373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470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86000"/>
            <a:ext cx="42976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9572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Linear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286000"/>
            <a:ext cx="21031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3957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0.0254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286000"/>
            <a:ext cx="16459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3957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0.0183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286000"/>
            <a:ext cx="25603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7A3C"/>
                </a:solidFill>
              </a:rPr>
              <a:t>✓  beats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3464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4436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Ridge  (λ = 10)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834640"/>
            <a:ext cx="2103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29443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0.0251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8346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94436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0.0180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8346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9443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7A3C"/>
                </a:solidFill>
              </a:rPr>
              <a:t>✓  beats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383280"/>
            <a:ext cx="42976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49300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Lasso  (λ = 0.01)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383280"/>
            <a:ext cx="21031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4930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0.0249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383280"/>
            <a:ext cx="16459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349300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0.0178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383280"/>
            <a:ext cx="25603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4930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7A3C"/>
                </a:solidFill>
              </a:rPr>
              <a:t>✓  beats baseline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93192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04164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3931920"/>
            <a:ext cx="2103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40416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0.0270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393192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40416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0.0193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9319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041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7A3C"/>
                </a:solidFill>
              </a:rPr>
              <a:t>✓  beats baseline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Note: Negative R² is expected for financial return prediction  — BTC return variance is inherently large.  RMSE vs baseline is the meaningful measure.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Classification Results  —  Predicting Direction (UP / DOWN)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88720"/>
            <a:ext cx="18288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2984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18288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984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18288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984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1188720"/>
            <a:ext cx="18288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0" y="12984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470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Majority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73736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51.2%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51.2%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173736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84708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67.7%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39572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Logistic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28600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3957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52.4%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28600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3957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55.4%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28600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3957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35.7%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228600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3957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43.4%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83464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9443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Random Forest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28346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294436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50.2%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8346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94436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55.5%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8346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94436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13.3%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80" y="283464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294436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21.4%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611880"/>
            <a:ext cx="11064240" cy="1463040"/>
          </a:xfrm>
          <a:prstGeom prst="rect">
            <a:avLst/>
          </a:prstGeom>
          <a:solidFill>
            <a:srgbClr val="E8ECF4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7216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114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Both models achieve ~55% precision on UP days — they are right more than half the time when predicting a bullish move.
Logistic Regression has higher recall (catches more UP days). Random Forest is more conservative — fewer but higher-confidence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</a:rPr>
              <a:t>Remaining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21208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Final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SVM with RBF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32887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Applied to both regression and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91255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Kernel comparison: Linear vs Polynomial vs RBF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9623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C and γ tuned via TimeSeriesSplit GridSearchCV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21208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Dashboard &amp;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Flask REST API — serving all model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7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–   React dashboard: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6323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  · Historical price + indicator overlays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59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  · Model comparison (RMSE / Accuracy)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5195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  · Actual vs predicted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1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  · Feature importance visualisation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